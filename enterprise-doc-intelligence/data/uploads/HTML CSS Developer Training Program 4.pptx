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1" r:id="rId2"/>
    <p:sldId id="317" r:id="rId3"/>
    <p:sldId id="332" r:id="rId4"/>
    <p:sldId id="333" r:id="rId5"/>
    <p:sldId id="334" r:id="rId6"/>
    <p:sldId id="256" r:id="rId7"/>
    <p:sldId id="335" r:id="rId8"/>
    <p:sldId id="258" r:id="rId9"/>
    <p:sldId id="259" r:id="rId10"/>
    <p:sldId id="260" r:id="rId11"/>
    <p:sldId id="261" r:id="rId12"/>
    <p:sldId id="266" r:id="rId13"/>
    <p:sldId id="262" r:id="rId14"/>
    <p:sldId id="267" r:id="rId15"/>
    <p:sldId id="263" r:id="rId16"/>
    <p:sldId id="264" r:id="rId17"/>
    <p:sldId id="265" r:id="rId18"/>
    <p:sldId id="268" r:id="rId19"/>
    <p:sldId id="269" r:id="rId20"/>
    <p:sldId id="3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7" autoAdjust="0"/>
    <p:restoredTop sz="94745"/>
  </p:normalViewPr>
  <p:slideViewPr>
    <p:cSldViewPr>
      <p:cViewPr varScale="1">
        <p:scale>
          <a:sx n="82" d="100"/>
          <a:sy n="82" d="100"/>
        </p:scale>
        <p:origin x="76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B1958-C237-4E88-B3A2-633C8289764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6BA7E-4F44-4B41-97B9-CC631B575E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igma.com/file/yH8YJJ0AhrcYWJnO303ybh/Login-View-(Community)?node-id=1%3A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icks.com/almanac/properties/p/position/" TargetMode="External"/><Relationship Id="rId2" Type="http://schemas.openxmlformats.org/officeDocument/2006/relationships/hyperlink" Target="https://flexbox.hel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55DF89-95E3-43F7-990E-842484CC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1 - HTML &amp; CSS BASICS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5AFAD-BBC1-4067-B05A-F5FD6C950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(XX Weeks, XX Projects)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52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3968-32F9-4D69-8813-BEA4B45F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Level 1 – HTML Basics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0C61F1D-248A-43BF-BCD6-5B8E8FF91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385449"/>
              </p:ext>
            </p:extLst>
          </p:nvPr>
        </p:nvGraphicFramePr>
        <p:xfrm>
          <a:off x="663350" y="1690688"/>
          <a:ext cx="10737703" cy="3327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0684">
                  <a:extLst>
                    <a:ext uri="{9D8B030D-6E8A-4147-A177-3AD203B41FA5}">
                      <a16:colId xmlns:a16="http://schemas.microsoft.com/office/drawing/2014/main" val="3759222311"/>
                    </a:ext>
                  </a:extLst>
                </a:gridCol>
                <a:gridCol w="4284921">
                  <a:extLst>
                    <a:ext uri="{9D8B030D-6E8A-4147-A177-3AD203B41FA5}">
                      <a16:colId xmlns:a16="http://schemas.microsoft.com/office/drawing/2014/main" val="1810854171"/>
                    </a:ext>
                  </a:extLst>
                </a:gridCol>
                <a:gridCol w="5442098">
                  <a:extLst>
                    <a:ext uri="{9D8B030D-6E8A-4147-A177-3AD203B41FA5}">
                      <a16:colId xmlns:a16="http://schemas.microsoft.com/office/drawing/2014/main" val="439050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Topics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Achieved Skills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38607"/>
                  </a:ext>
                </a:extLst>
              </a:tr>
              <a:tr h="47874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Install VSCode and run basic HTML page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Content Elements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Media Elements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Block Elements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HTML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Run the code from IDE and view pages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Create a page structure, add text and images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Using Brower Dev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45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2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Form Elements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Table Elements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HTML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Using input elements like Text box/area, Password, checkboxes, radio boxes, Dropdowns,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Progressbar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 buttons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Designing a table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Intro to basic HTML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88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3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Project #1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Authoring a comprehensive  page with content, images, tables and input elements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3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29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3968-32F9-4D69-8813-BEA4B45F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Level 1 – CSS Basics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0C61F1D-248A-43BF-BCD6-5B8E8FF91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63661"/>
              </p:ext>
            </p:extLst>
          </p:nvPr>
        </p:nvGraphicFramePr>
        <p:xfrm>
          <a:off x="663350" y="1690688"/>
          <a:ext cx="10737703" cy="3754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0684">
                  <a:extLst>
                    <a:ext uri="{9D8B030D-6E8A-4147-A177-3AD203B41FA5}">
                      <a16:colId xmlns:a16="http://schemas.microsoft.com/office/drawing/2014/main" val="3759222311"/>
                    </a:ext>
                  </a:extLst>
                </a:gridCol>
                <a:gridCol w="4284921">
                  <a:extLst>
                    <a:ext uri="{9D8B030D-6E8A-4147-A177-3AD203B41FA5}">
                      <a16:colId xmlns:a16="http://schemas.microsoft.com/office/drawing/2014/main" val="1810854171"/>
                    </a:ext>
                  </a:extLst>
                </a:gridCol>
                <a:gridCol w="5442098">
                  <a:extLst>
                    <a:ext uri="{9D8B030D-6E8A-4147-A177-3AD203B41FA5}">
                      <a16:colId xmlns:a16="http://schemas.microsoft.com/office/drawing/2014/main" val="439050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Topics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Achieved Skills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38607"/>
                  </a:ext>
                </a:extLst>
              </a:tr>
              <a:tr h="47874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Selectors – Elements, Class, id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CSS Typography – Fonts, Alignment,  Spacing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Icons – Images, Fontawsome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Box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Apply styling to HTML elements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Using google fonts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Applying margins, padding, borders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45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2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Learning debugging skills to resolve overlapping and  hierarchical styles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88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3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CSS Layout – Position, Float, Display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Design a CARD based UI to manage the spacing and alignments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4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Lists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Customizing list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70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Forms  - Custom design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Customizing form input elements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199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47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3968-32F9-4D69-8813-BEA4B45F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Level 1 – CSS Advanced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0C61F1D-248A-43BF-BCD6-5B8E8FF91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509586"/>
              </p:ext>
            </p:extLst>
          </p:nvPr>
        </p:nvGraphicFramePr>
        <p:xfrm>
          <a:off x="663350" y="1690688"/>
          <a:ext cx="10737703" cy="32664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0684">
                  <a:extLst>
                    <a:ext uri="{9D8B030D-6E8A-4147-A177-3AD203B41FA5}">
                      <a16:colId xmlns:a16="http://schemas.microsoft.com/office/drawing/2014/main" val="3759222311"/>
                    </a:ext>
                  </a:extLst>
                </a:gridCol>
                <a:gridCol w="4284921">
                  <a:extLst>
                    <a:ext uri="{9D8B030D-6E8A-4147-A177-3AD203B41FA5}">
                      <a16:colId xmlns:a16="http://schemas.microsoft.com/office/drawing/2014/main" val="1810854171"/>
                    </a:ext>
                  </a:extLst>
                </a:gridCol>
                <a:gridCol w="5442098">
                  <a:extLst>
                    <a:ext uri="{9D8B030D-6E8A-4147-A177-3AD203B41FA5}">
                      <a16:colId xmlns:a16="http://schemas.microsoft.com/office/drawing/2014/main" val="439050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Topics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Achieved Skills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38607"/>
                  </a:ext>
                </a:extLst>
              </a:tr>
              <a:tr h="47874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6-7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Login Pages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Project 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Develop a production grade page additionally covering css selectors, inline icons and fonts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45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8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Registration Page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Developing production grade forms with custom input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88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10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Menus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Designing Vertical and Horizontal Menus with hierarchy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11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Table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Custom table design with icons, input elements added in rows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70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Day 12-13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Dashboard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Mastering box model and layout features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199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22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3968-32F9-4D69-8813-BEA4B45F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Level 1 – CSS RWD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0C61F1D-248A-43BF-BCD6-5B8E8FF91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369347"/>
              </p:ext>
            </p:extLst>
          </p:nvPr>
        </p:nvGraphicFramePr>
        <p:xfrm>
          <a:off x="663350" y="1690688"/>
          <a:ext cx="10737703" cy="2270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56186">
                  <a:extLst>
                    <a:ext uri="{9D8B030D-6E8A-4147-A177-3AD203B41FA5}">
                      <a16:colId xmlns:a16="http://schemas.microsoft.com/office/drawing/2014/main" val="3759222311"/>
                    </a:ext>
                  </a:extLst>
                </a:gridCol>
                <a:gridCol w="4039419">
                  <a:extLst>
                    <a:ext uri="{9D8B030D-6E8A-4147-A177-3AD203B41FA5}">
                      <a16:colId xmlns:a16="http://schemas.microsoft.com/office/drawing/2014/main" val="1810854171"/>
                    </a:ext>
                  </a:extLst>
                </a:gridCol>
                <a:gridCol w="5442098">
                  <a:extLst>
                    <a:ext uri="{9D8B030D-6E8A-4147-A177-3AD203B41FA5}">
                      <a16:colId xmlns:a16="http://schemas.microsoft.com/office/drawing/2014/main" val="439050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Topics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Achieved Skills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38607"/>
                  </a:ext>
                </a:extLst>
              </a:tr>
              <a:tr h="47874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14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Responsive Web Design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Media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Developing a web page that automatically adjust to the different screen sizes and view 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45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15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Project 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Designing cards page to work responsive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88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16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Intro to Bootstrap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Bootstrap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Understanding of bootstrap elements, designs and applying customization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</a:rPr>
                        <a:t>Day 17-18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</a:rPr>
                        <a:t>Project #11</a:t>
                      </a:r>
                      <a:endParaRPr lang="en-US" sz="1600" dirty="0">
                        <a:latin typeface="Lato" panose="020F0502020204030203" pitchFamily="34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Roboto Light" panose="02000000000000000000" pitchFamily="2" charset="0"/>
                        </a:rPr>
                        <a:t>Redesign Dashboard with Bootstrap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705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783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06" y="712076"/>
            <a:ext cx="3786214" cy="524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24562" y="357167"/>
            <a:ext cx="450059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2060"/>
                </a:solidFill>
              </a:rPr>
              <a:t>HTML</a:t>
            </a:r>
          </a:p>
          <a:p>
            <a:r>
              <a:rPr lang="en-IN" sz="1300" dirty="0"/>
              <a:t>Label, Input (text, password and checkbox), button, Image , anchor</a:t>
            </a:r>
          </a:p>
          <a:p>
            <a:endParaRPr lang="en-IN" sz="1400" b="1" dirty="0">
              <a:solidFill>
                <a:schemeClr val="accent1"/>
              </a:solidFill>
            </a:endParaRPr>
          </a:p>
          <a:p>
            <a:r>
              <a:rPr lang="en-IN" sz="1400" b="1" dirty="0">
                <a:solidFill>
                  <a:srgbClr val="002060"/>
                </a:solidFill>
              </a:rPr>
              <a:t>CSS</a:t>
            </a:r>
          </a:p>
          <a:p>
            <a:r>
              <a:rPr lang="en-IN" sz="1400" b="1" dirty="0"/>
              <a:t>Box Modal</a:t>
            </a:r>
          </a:p>
          <a:p>
            <a:r>
              <a:rPr lang="en-IN" sz="1300" dirty="0"/>
              <a:t>Width, Height,</a:t>
            </a:r>
          </a:p>
          <a:p>
            <a:r>
              <a:rPr lang="en-IN" sz="1300" dirty="0"/>
              <a:t>Padding</a:t>
            </a:r>
          </a:p>
          <a:p>
            <a:r>
              <a:rPr lang="en-IN" sz="1300" dirty="0"/>
              <a:t>Border, Border Radius, Box shadow</a:t>
            </a:r>
          </a:p>
          <a:p>
            <a:r>
              <a:rPr lang="en-IN" sz="1300" dirty="0"/>
              <a:t>Margin (auto) </a:t>
            </a:r>
          </a:p>
          <a:p>
            <a:r>
              <a:rPr lang="en-IN" sz="1300" dirty="0"/>
              <a:t>Position (relative, absolute)</a:t>
            </a:r>
          </a:p>
          <a:p>
            <a:endParaRPr lang="en-IN" sz="1300" dirty="0"/>
          </a:p>
          <a:p>
            <a:r>
              <a:rPr lang="en-IN" sz="1400" b="1" dirty="0"/>
              <a:t>Effects:</a:t>
            </a:r>
          </a:p>
          <a:p>
            <a:r>
              <a:rPr lang="en-IN" sz="1300" dirty="0"/>
              <a:t>focus, hover, visited, etc..</a:t>
            </a:r>
          </a:p>
          <a:p>
            <a:endParaRPr lang="en-IN" sz="1400" dirty="0"/>
          </a:p>
          <a:p>
            <a:r>
              <a:rPr lang="en-IN" sz="1400" b="1" dirty="0"/>
              <a:t>Typography Styles</a:t>
            </a:r>
          </a:p>
          <a:p>
            <a:r>
              <a:rPr lang="en-IN" sz="1300" dirty="0"/>
              <a:t>Font Family, Size, weight, </a:t>
            </a:r>
            <a:r>
              <a:rPr lang="en-IN" sz="1300" dirty="0" err="1"/>
              <a:t>Color</a:t>
            </a:r>
            <a:r>
              <a:rPr lang="en-IN" sz="1300" dirty="0"/>
              <a:t>, Google fonts,</a:t>
            </a:r>
          </a:p>
          <a:p>
            <a:endParaRPr lang="en-IN" sz="1400" dirty="0"/>
          </a:p>
          <a:p>
            <a:r>
              <a:rPr lang="en-IN" sz="1400" b="1" dirty="0"/>
              <a:t>Images</a:t>
            </a:r>
          </a:p>
          <a:p>
            <a:r>
              <a:rPr lang="en-US" sz="1300" dirty="0"/>
              <a:t>Font awesome Icons</a:t>
            </a:r>
            <a:r>
              <a:rPr lang="en-IN" sz="1300" dirty="0"/>
              <a:t>, and Images ex.</a:t>
            </a:r>
          </a:p>
          <a:p>
            <a:r>
              <a:rPr lang="en-US" sz="1300" dirty="0"/>
              <a:t>Images (Using with </a:t>
            </a:r>
            <a:r>
              <a:rPr lang="en-US" sz="1300" dirty="0" err="1"/>
              <a:t>png</a:t>
            </a:r>
            <a:r>
              <a:rPr lang="en-US" sz="1300" dirty="0"/>
              <a:t>, jpeg, </a:t>
            </a:r>
            <a:r>
              <a:rPr lang="en-US" sz="1300" dirty="0" err="1"/>
              <a:t>svg</a:t>
            </a:r>
            <a:r>
              <a:rPr lang="en-US" sz="1300" dirty="0"/>
              <a:t> formats)</a:t>
            </a:r>
          </a:p>
          <a:p>
            <a:r>
              <a:rPr lang="en-US" sz="1200" dirty="0"/>
              <a:t>https://icons8.com/      &amp;   </a:t>
            </a:r>
            <a:r>
              <a:rPr lang="en-US" sz="1200" dirty="0">
                <a:hlinkClick r:id="rId3"/>
              </a:rPr>
              <a:t>https://www.flaticon.com/</a:t>
            </a:r>
            <a:endParaRPr lang="en-US" sz="1200" dirty="0"/>
          </a:p>
          <a:p>
            <a:endParaRPr lang="en-IN" sz="1400" b="1" dirty="0"/>
          </a:p>
          <a:p>
            <a:r>
              <a:rPr lang="en-IN" sz="1400" b="1" dirty="0"/>
              <a:t>Background</a:t>
            </a:r>
          </a:p>
          <a:p>
            <a:r>
              <a:rPr lang="en-IN" sz="1300" dirty="0"/>
              <a:t>Background  </a:t>
            </a:r>
            <a:r>
              <a:rPr lang="en-IN" sz="1300" dirty="0" err="1"/>
              <a:t>Color</a:t>
            </a:r>
            <a:r>
              <a:rPr lang="en-IN" sz="1300" dirty="0"/>
              <a:t> and image</a:t>
            </a:r>
            <a:endParaRPr lang="en-US" sz="1300" dirty="0"/>
          </a:p>
          <a:p>
            <a:endParaRPr lang="en-IN" sz="1400" dirty="0"/>
          </a:p>
          <a:p>
            <a:endParaRPr lang="en-IN" sz="1400" dirty="0"/>
          </a:p>
        </p:txBody>
      </p:sp>
      <p:sp>
        <p:nvSpPr>
          <p:cNvPr id="7" name="Rectangle 6"/>
          <p:cNvSpPr/>
          <p:nvPr/>
        </p:nvSpPr>
        <p:spPr>
          <a:xfrm>
            <a:off x="1452530" y="6335934"/>
            <a:ext cx="92155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hlinkClick r:id="rId4"/>
              </a:rPr>
              <a:t>https://www.figma.com/file/yH8YJJ0AhrcYWJnO303ybh/Login-View-(Community)?node-id=1%3A2</a:t>
            </a:r>
            <a:endParaRPr lang="en-US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1885" y="1000108"/>
            <a:ext cx="3194927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9" y="1000109"/>
            <a:ext cx="5137953" cy="35817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Sign In 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96066" y="1000108"/>
            <a:ext cx="3857652" cy="3710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4546" y="1000109"/>
            <a:ext cx="4694330" cy="37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80218" y="6488669"/>
            <a:ext cx="3244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https://bootsnipp.com/snippets/3XMOV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48" y="145590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Sign Up Form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44" y="548680"/>
            <a:ext cx="5157780" cy="5875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000109"/>
            <a:ext cx="9906000" cy="550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143000" y="3929066"/>
            <a:ext cx="9906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300" b="1" dirty="0">
                <a:ea typeface="Calibri" pitchFamily="34" charset="0"/>
                <a:cs typeface="Calibri" pitchFamily="34" charset="0"/>
              </a:rPr>
              <a:t>Details</a:t>
            </a:r>
            <a:endParaRPr lang="en-US" sz="1300" dirty="0">
              <a:latin typeface="+mj-lt"/>
              <a:ea typeface="Calibri" pitchFamily="34" charset="0"/>
              <a:cs typeface="Calibri" pitchFamily="34" charset="0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+mj-lt"/>
                <a:ea typeface="Calibri" pitchFamily="34" charset="0"/>
                <a:cs typeface="Calibri" pitchFamily="34" charset="0"/>
              </a:rPr>
              <a:t>Logo section</a:t>
            </a:r>
            <a:endParaRPr lang="en-US" sz="1300" dirty="0">
              <a:latin typeface="+mj-lt"/>
              <a:cs typeface="Arial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+mj-lt"/>
                <a:ea typeface="Calibri" pitchFamily="34" charset="0"/>
                <a:cs typeface="Calibri" pitchFamily="34" charset="0"/>
              </a:rPr>
              <a:t>Profile section</a:t>
            </a:r>
            <a:endParaRPr lang="en-US" sz="1300" dirty="0">
              <a:latin typeface="+mj-lt"/>
              <a:cs typeface="Arial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+mj-lt"/>
                <a:ea typeface="Calibri" pitchFamily="34" charset="0"/>
                <a:cs typeface="Calibri" pitchFamily="34" charset="0"/>
              </a:rPr>
              <a:t>Content/Other action items (search, dropdown, settings, filters, etc….)</a:t>
            </a:r>
            <a:endParaRPr lang="en-US" sz="1300" dirty="0">
              <a:latin typeface="+mj-lt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Header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8218" y="2937826"/>
            <a:ext cx="9715567" cy="56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38216" y="1975197"/>
            <a:ext cx="9739346" cy="454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Horizontal Menu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143000" y="5000636"/>
            <a:ext cx="3381364" cy="1592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300" b="1" dirty="0">
                <a:latin typeface="+mj-lt"/>
                <a:ea typeface="Calibri" pitchFamily="34" charset="0"/>
                <a:cs typeface="Calibri" pitchFamily="34" charset="0"/>
              </a:rPr>
              <a:t>Details</a:t>
            </a:r>
            <a:endParaRPr lang="en-US" sz="1300" b="1" dirty="0">
              <a:latin typeface="+mj-lt"/>
              <a:ea typeface="Calibri" pitchFamily="34" charset="0"/>
              <a:cs typeface="Calibri" pitchFamily="34" charset="0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ea typeface="Calibri" pitchFamily="34" charset="0"/>
                <a:cs typeface="Calibri" pitchFamily="34" charset="0"/>
              </a:rPr>
              <a:t>Menu Items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+mj-lt"/>
                <a:ea typeface="Calibri" pitchFamily="34" charset="0"/>
                <a:cs typeface="Calibri" pitchFamily="34" charset="0"/>
              </a:rPr>
              <a:t>Menu Items with Icons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ea typeface="Calibri" pitchFamily="34" charset="0"/>
                <a:cs typeface="Calibri" pitchFamily="34" charset="0"/>
              </a:rPr>
              <a:t>Menu Items with dropdown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300" dirty="0">
              <a:latin typeface="+mj-lt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1" y="1285860"/>
            <a:ext cx="84486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8300" y="2071678"/>
            <a:ext cx="82296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 descr="Azia-Bootstrap-Admin-Dashboard-Tem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8" y="3000373"/>
            <a:ext cx="8501122" cy="5858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69" y="1000109"/>
            <a:ext cx="237172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0051" y="1000108"/>
            <a:ext cx="2371725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Vertical Menu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953388" y="1643051"/>
            <a:ext cx="2500330" cy="992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300" b="1" dirty="0">
                <a:latin typeface="+mj-lt"/>
                <a:ea typeface="Calibri" pitchFamily="34" charset="0"/>
                <a:cs typeface="Calibri" pitchFamily="34" charset="0"/>
              </a:rPr>
              <a:t>Details</a:t>
            </a:r>
            <a:endParaRPr lang="en-US" sz="1300" b="1" dirty="0">
              <a:latin typeface="+mj-lt"/>
              <a:ea typeface="Calibri" pitchFamily="34" charset="0"/>
              <a:cs typeface="Calibri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+mj-lt"/>
                <a:ea typeface="Calibri" pitchFamily="34" charset="0"/>
                <a:cs typeface="Calibri" pitchFamily="34" charset="0"/>
              </a:rPr>
              <a:t>Menu Items with Icons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300" dirty="0">
                <a:latin typeface="+mj-lt"/>
                <a:cs typeface="Calibri" pitchFamily="34" charset="0"/>
              </a:rPr>
              <a:t>Expand Menu Item</a:t>
            </a:r>
            <a:endParaRPr lang="en-US" sz="1300" dirty="0">
              <a:latin typeface="+mj-lt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Simple Table 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ssss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30" y="1000108"/>
            <a:ext cx="9023822" cy="3649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Data Table 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1664" y="1013926"/>
            <a:ext cx="7867675" cy="4701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143000" y="5873410"/>
            <a:ext cx="6143668" cy="66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300" b="1" dirty="0">
                <a:latin typeface="+mj-lt"/>
                <a:ea typeface="Calibri" pitchFamily="34" charset="0"/>
                <a:cs typeface="Calibri" pitchFamily="34" charset="0"/>
              </a:rPr>
              <a:t>Details</a:t>
            </a:r>
            <a:endParaRPr lang="en-US" sz="1300" b="1" dirty="0">
              <a:latin typeface="+mj-lt"/>
              <a:ea typeface="Calibri" pitchFamily="34" charset="0"/>
              <a:cs typeface="Calibri" pitchFamily="34" charset="0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ea typeface="Calibri" pitchFamily="34" charset="0"/>
                <a:cs typeface="Calibri" pitchFamily="34" charset="0"/>
              </a:rPr>
              <a:t>Operation on table like Sort, Filter, Search and paginations</a:t>
            </a:r>
            <a:endParaRPr lang="en-US" sz="1300" dirty="0">
              <a:latin typeface="+mj-lt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8776" y="1003601"/>
            <a:ext cx="8039125" cy="26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95404" y="3667228"/>
            <a:ext cx="8072497" cy="3047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Cards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10380" y="1004470"/>
            <a:ext cx="3525566" cy="283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 descr="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530" y="1000108"/>
            <a:ext cx="4886838" cy="20717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Cards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84546" y="3214686"/>
            <a:ext cx="2468315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 descr="C:\Users\Sitaram kumar\Downloads\Dashboard - Dashboar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5406" y="1000108"/>
            <a:ext cx="6929486" cy="5361812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Dashboard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Dashboard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dashboard-layo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68" y="928670"/>
            <a:ext cx="7412884" cy="54938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Dashboard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 descr="Layer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18" y="1000108"/>
            <a:ext cx="7655855" cy="58174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0"/>
            <a:ext cx="990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Dashboard</a:t>
            </a:r>
            <a:endParaRPr lang="en-US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3000" y="1700808"/>
            <a:ext cx="2140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https://flexbox.help/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55440" y="2204864"/>
            <a:ext cx="5298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https://css-tricks.com/almanac/properties/p/position/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2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3780</TotalTime>
  <Words>562</Words>
  <Application>Microsoft Office PowerPoint</Application>
  <PresentationFormat>Widescreen</PresentationFormat>
  <Paragraphs>148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Lato</vt:lpstr>
      <vt:lpstr>Roboto Light</vt:lpstr>
      <vt:lpstr>Office Theme</vt:lpstr>
      <vt:lpstr>LEVEL 1 - HTML &amp; CSS BASICS</vt:lpstr>
      <vt:lpstr>Level 1 – HTML Basics</vt:lpstr>
      <vt:lpstr>Level 1 – CSS Basics</vt:lpstr>
      <vt:lpstr>Level 1 – CSS Advanced</vt:lpstr>
      <vt:lpstr>Level 1 – CSS RWD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Sitaram kumar</dc:creator>
  <cp:lastModifiedBy>Sitaram Pamidigantam</cp:lastModifiedBy>
  <cp:revision>40</cp:revision>
  <dcterms:created xsi:type="dcterms:W3CDTF">2022-02-18T07:38:25Z</dcterms:created>
  <dcterms:modified xsi:type="dcterms:W3CDTF">2023-10-31T09:12:06Z</dcterms:modified>
</cp:coreProperties>
</file>